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8" r:id="rId4"/>
    <p:sldId id="257" r:id="rId5"/>
    <p:sldId id="259" r:id="rId6"/>
    <p:sldId id="260" r:id="rId7"/>
    <p:sldId id="261" r:id="rId8"/>
    <p:sldId id="262" r:id="rId9"/>
    <p:sldId id="267" r:id="rId10"/>
    <p:sldId id="268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1" autoAdjust="0"/>
  </p:normalViewPr>
  <p:slideViewPr>
    <p:cSldViewPr snapToGrid="0" snapToObjects="1">
      <p:cViewPr varScale="1">
        <p:scale>
          <a:sx n="75" d="100"/>
          <a:sy n="75" d="100"/>
        </p:scale>
        <p:origin x="1594" y="-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77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2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3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5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7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7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6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3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4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1260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9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23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1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0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442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504" y="2728780"/>
            <a:ext cx="8637105" cy="2081760"/>
          </a:xfrm>
        </p:spPr>
        <p:txBody>
          <a:bodyPr/>
          <a:lstStyle/>
          <a:p>
            <a:r>
              <a:rPr sz="4000" dirty="0"/>
              <a:t>E‑Commerce</a:t>
            </a:r>
            <a:r>
              <a:rPr lang="en-US" sz="4000" dirty="0"/>
              <a:t> </a:t>
            </a:r>
            <a:r>
              <a:rPr sz="4000" dirty="0"/>
              <a:t>Sale</a:t>
            </a:r>
            <a:r>
              <a:rPr lang="en-US" sz="4000" dirty="0"/>
              <a:t>s </a:t>
            </a:r>
            <a:r>
              <a:rPr sz="4000" dirty="0"/>
              <a:t>Dashboard</a:t>
            </a:r>
            <a:r>
              <a:rPr lang="en-US" sz="4000" dirty="0"/>
              <a:t>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                    Analysis     </a:t>
            </a:r>
            <a:r>
              <a:rPr sz="4000" dirty="0"/>
              <a:t> </a:t>
            </a:r>
            <a:r>
              <a:rPr lang="en-US" sz="4000" dirty="0"/>
              <a:t>              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42D6-5C8B-11D2-F6E8-E269585A0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08" y="1580322"/>
            <a:ext cx="7401902" cy="5049078"/>
          </a:xfrm>
        </p:spPr>
        <p:txBody>
          <a:bodyPr/>
          <a:lstStyle/>
          <a:p>
            <a:r>
              <a:rPr lang="en-US" b="1" dirty="0"/>
              <a:t>E-commerce data</a:t>
            </a:r>
            <a:r>
              <a:rPr lang="en-US" dirty="0"/>
              <a:t> is the information generated from </a:t>
            </a:r>
            <a:r>
              <a:rPr lang="en-US" b="1" dirty="0"/>
              <a:t>online shopping platforms</a:t>
            </a:r>
            <a:r>
              <a:rPr lang="en-US" dirty="0"/>
              <a:t> when customers browse, buy, review, or interact with products.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Points</a:t>
            </a:r>
          </a:p>
          <a:p>
            <a:r>
              <a:rPr lang="en-US" dirty="0"/>
              <a:t>Customers can </a:t>
            </a:r>
            <a:r>
              <a:rPr lang="en-US" b="1" dirty="0"/>
              <a:t>purchase products online</a:t>
            </a:r>
            <a:r>
              <a:rPr lang="en-US" dirty="0"/>
              <a:t> using websites or mobile apps.</a:t>
            </a:r>
          </a:p>
          <a:p>
            <a:r>
              <a:rPr lang="en-US" dirty="0"/>
              <a:t>Businesses sell products </a:t>
            </a:r>
            <a:r>
              <a:rPr lang="en-US" b="1" dirty="0"/>
              <a:t>without a physical store</a:t>
            </a:r>
            <a:r>
              <a:rPr lang="en-US" dirty="0"/>
              <a:t>.</a:t>
            </a:r>
          </a:p>
          <a:p>
            <a:r>
              <a:rPr lang="en-US" dirty="0"/>
              <a:t>Transactions happen through </a:t>
            </a:r>
            <a:r>
              <a:rPr lang="en-US" b="1" dirty="0"/>
              <a:t>digital payments and online orders</a:t>
            </a:r>
            <a:r>
              <a:rPr lang="en-US" dirty="0"/>
              <a:t>.</a:t>
            </a:r>
          </a:p>
          <a:p>
            <a:r>
              <a:rPr lang="en-US" dirty="0"/>
              <a:t>It allows businesses to </a:t>
            </a:r>
            <a:r>
              <a:rPr lang="en-US" b="1" dirty="0"/>
              <a:t>reach customers worldwide</a:t>
            </a:r>
            <a:r>
              <a:rPr lang="en-US" dirty="0"/>
              <a:t>.</a:t>
            </a:r>
          </a:p>
          <a:p>
            <a:r>
              <a:rPr lang="en-US" dirty="0"/>
              <a:t>Examples include platforms like Amazon, Flipkart, and eBay.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4E6264-F806-5362-2418-8CFCAB11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87" y="452718"/>
            <a:ext cx="7534821" cy="1400530"/>
          </a:xfrm>
        </p:spPr>
        <p:txBody>
          <a:bodyPr/>
          <a:lstStyle/>
          <a:p>
            <a:r>
              <a:rPr lang="en-US" dirty="0"/>
              <a:t> What is E-commerce Data?</a:t>
            </a:r>
          </a:p>
        </p:txBody>
      </p:sp>
    </p:spTree>
    <p:extLst>
      <p:ext uri="{BB962C8B-B14F-4D97-AF65-F5344CB8AC3E}">
        <p14:creationId xmlns:p14="http://schemas.microsoft.com/office/powerpoint/2010/main" val="421035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533980" cy="4195481"/>
          </a:xfrm>
        </p:spPr>
        <p:txBody>
          <a:bodyPr/>
          <a:lstStyle/>
          <a:p>
            <a:r>
              <a:rPr dirty="0"/>
              <a:t>Analyze total revenue, orders, and sales performance</a:t>
            </a:r>
            <a:r>
              <a:rPr lang="en-US" dirty="0"/>
              <a:t>.</a:t>
            </a:r>
            <a:endParaRPr dirty="0"/>
          </a:p>
          <a:p>
            <a:r>
              <a:rPr dirty="0"/>
              <a:t>Understand monthly revenue trends</a:t>
            </a:r>
            <a:r>
              <a:rPr lang="en-US" dirty="0"/>
              <a:t>.</a:t>
            </a:r>
            <a:endParaRPr dirty="0"/>
          </a:p>
          <a:p>
            <a:r>
              <a:rPr dirty="0"/>
              <a:t>Identify top performing product categories</a:t>
            </a:r>
            <a:r>
              <a:rPr lang="en-US" dirty="0"/>
              <a:t>.</a:t>
            </a:r>
            <a:endParaRPr dirty="0"/>
          </a:p>
          <a:p>
            <a:r>
              <a:rPr dirty="0"/>
              <a:t>Analyze customer purchase journey</a:t>
            </a:r>
            <a:r>
              <a:rPr lang="en-US" dirty="0"/>
              <a:t>.</a:t>
            </a:r>
            <a:endParaRPr dirty="0"/>
          </a:p>
          <a:p>
            <a:r>
              <a:rPr dirty="0"/>
              <a:t>Monitor key business KPIs in one dashboard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E‑commerce companies generate large volumes of sales and customer data.</a:t>
            </a:r>
          </a:p>
          <a:p>
            <a:r>
              <a:t>It is difficult to quickly understand revenue trends, product performance, and customer behavior using raw data.</a:t>
            </a:r>
          </a:p>
          <a:p>
            <a:r>
              <a:t>The goal is to create a dashboard that helps analyze sales performance and support better business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2925"/>
            <a:ext cx="6929754" cy="4195481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The dataset contains multiple tables used for analysis:</a:t>
            </a:r>
          </a:p>
          <a:p>
            <a:r>
              <a:rPr dirty="0"/>
              <a:t>Orders – order information</a:t>
            </a:r>
          </a:p>
          <a:p>
            <a:r>
              <a:rPr dirty="0"/>
              <a:t>Order Items – product level order details</a:t>
            </a:r>
          </a:p>
          <a:p>
            <a:r>
              <a:rPr dirty="0"/>
              <a:t>Products – product category and details</a:t>
            </a:r>
          </a:p>
          <a:p>
            <a:r>
              <a:rPr dirty="0"/>
              <a:t>Users – customer information</a:t>
            </a:r>
          </a:p>
          <a:p>
            <a:r>
              <a:rPr dirty="0"/>
              <a:t>Events – user actions (view, cart, purchase)</a:t>
            </a:r>
          </a:p>
          <a:p>
            <a:r>
              <a:rPr dirty="0"/>
              <a:t>Reviews – product ratings and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BI – Dashboard and data visualization</a:t>
            </a:r>
          </a:p>
          <a:p>
            <a:r>
              <a:rPr dirty="0"/>
              <a:t>SQL – Data querying and preparation</a:t>
            </a:r>
          </a:p>
          <a:p>
            <a:r>
              <a:rPr dirty="0"/>
              <a:t>Excel / CSV – Data storage format</a:t>
            </a:r>
          </a:p>
          <a:p>
            <a:r>
              <a:rPr dirty="0"/>
              <a:t>Data Modeling – Relationships between tables</a:t>
            </a:r>
          </a:p>
          <a:p>
            <a:r>
              <a:rPr dirty="0"/>
              <a:t>DAX – Calculated measures (Revenue, AOV, Conversion 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KPIs Used 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2357725"/>
            <a:ext cx="6711654" cy="4195481"/>
          </a:xfrm>
        </p:spPr>
        <p:txBody>
          <a:bodyPr/>
          <a:lstStyle/>
          <a:p>
            <a:r>
              <a:rPr dirty="0"/>
              <a:t>Total Revenue</a:t>
            </a:r>
          </a:p>
          <a:p>
            <a:r>
              <a:rPr dirty="0"/>
              <a:t>Total Orders</a:t>
            </a:r>
          </a:p>
          <a:p>
            <a:r>
              <a:rPr dirty="0"/>
              <a:t>Average Order Value (AOV)</a:t>
            </a:r>
          </a:p>
          <a:p>
            <a:r>
              <a:rPr dirty="0"/>
              <a:t>Conversion Rate</a:t>
            </a:r>
          </a:p>
          <a:p>
            <a:r>
              <a:rPr dirty="0"/>
              <a:t>Units Sold</a:t>
            </a:r>
          </a:p>
          <a:p>
            <a:r>
              <a:rPr dirty="0"/>
              <a:t>These KPIs provide a quick overview of business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055380" cy="4195481"/>
          </a:xfrm>
        </p:spPr>
        <p:txBody>
          <a:bodyPr/>
          <a:lstStyle/>
          <a:p>
            <a:r>
              <a:rPr dirty="0"/>
              <a:t>Electronics category generates the highest revenue</a:t>
            </a:r>
            <a:r>
              <a:rPr lang="en-US" dirty="0"/>
              <a:t>.</a:t>
            </a:r>
            <a:endParaRPr dirty="0"/>
          </a:p>
          <a:p>
            <a:r>
              <a:rPr dirty="0"/>
              <a:t>Monthly revenue trend shows seasonal fluctuations</a:t>
            </a:r>
            <a:r>
              <a:rPr lang="en-US" dirty="0"/>
              <a:t>.</a:t>
            </a:r>
            <a:endParaRPr dirty="0"/>
          </a:p>
          <a:p>
            <a:r>
              <a:rPr dirty="0"/>
              <a:t>Some products have high revenue but low customer ratings</a:t>
            </a:r>
            <a:r>
              <a:rPr lang="en-US" dirty="0"/>
              <a:t>.</a:t>
            </a:r>
            <a:endParaRPr dirty="0"/>
          </a:p>
          <a:p>
            <a:r>
              <a:rPr dirty="0"/>
              <a:t>A large number of users view products but fewer complete purchases</a:t>
            </a:r>
            <a:r>
              <a:rPr lang="en-US" dirty="0"/>
              <a:t>.</a:t>
            </a:r>
            <a:endParaRPr dirty="0"/>
          </a:p>
          <a:p>
            <a:r>
              <a:rPr dirty="0"/>
              <a:t>Customer behavior insights help improve conversion rates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BBFE-9A77-A519-E6E4-2A82A60B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Visuals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1B61-46A4-FE42-4F19-765C613DF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00" y="2052925"/>
            <a:ext cx="6904060" cy="4195481"/>
          </a:xfrm>
        </p:spPr>
        <p:txBody>
          <a:bodyPr/>
          <a:lstStyle/>
          <a:p>
            <a:r>
              <a:rPr lang="en-US" b="1" dirty="0"/>
              <a:t>Line Chart</a:t>
            </a:r>
            <a:r>
              <a:rPr lang="en-US" dirty="0"/>
              <a:t> – Shows monthly sales or revenue trends.</a:t>
            </a:r>
          </a:p>
          <a:p>
            <a:r>
              <a:rPr lang="en-US" b="1" dirty="0"/>
              <a:t>Bar Chart</a:t>
            </a:r>
            <a:r>
              <a:rPr lang="en-US" dirty="0"/>
              <a:t> – Displays sales by product category.</a:t>
            </a:r>
          </a:p>
          <a:p>
            <a:r>
              <a:rPr lang="en-US" b="1" dirty="0"/>
              <a:t>Donut Chart</a:t>
            </a:r>
            <a:r>
              <a:rPr lang="en-US" dirty="0"/>
              <a:t> – Represents order status distribution.</a:t>
            </a:r>
          </a:p>
          <a:p>
            <a:r>
              <a:rPr lang="en-US" b="1" dirty="0"/>
              <a:t>Funnel Chart</a:t>
            </a:r>
            <a:r>
              <a:rPr lang="en-US" dirty="0"/>
              <a:t> – Shows customer journey from product view to purchase.</a:t>
            </a:r>
          </a:p>
          <a:p>
            <a:r>
              <a:rPr lang="en-US" b="1" dirty="0"/>
              <a:t>Table </a:t>
            </a:r>
            <a:r>
              <a:rPr lang="en-US" dirty="0"/>
              <a:t>– Provides detailed product or customer sales data.</a:t>
            </a:r>
          </a:p>
          <a:p>
            <a:r>
              <a:rPr lang="en-US" b="1" dirty="0"/>
              <a:t>Slicers</a:t>
            </a:r>
            <a:r>
              <a:rPr lang="en-US" dirty="0"/>
              <a:t> – Filters the dashboard by month, product category.</a:t>
            </a:r>
          </a:p>
        </p:txBody>
      </p:sp>
    </p:spTree>
    <p:extLst>
      <p:ext uri="{BB962C8B-B14F-4D97-AF65-F5344CB8AC3E}">
        <p14:creationId xmlns:p14="http://schemas.microsoft.com/office/powerpoint/2010/main" val="1719183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21E18-07E2-3E7F-D8F9-C707014FD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452718"/>
            <a:ext cx="7538720" cy="1400530"/>
          </a:xfrm>
        </p:spPr>
        <p:txBody>
          <a:bodyPr/>
          <a:lstStyle/>
          <a:p>
            <a:r>
              <a:rPr lang="en-US" sz="4000" dirty="0"/>
              <a:t>E-Commerce Sales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000A9C-F874-F4C1-11A4-1156BAFA6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9249"/>
            <a:ext cx="9144000" cy="560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1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 marketing on high performing categories</a:t>
            </a:r>
            <a:r>
              <a:rPr lang="en-US" dirty="0"/>
              <a:t>.</a:t>
            </a:r>
            <a:endParaRPr dirty="0"/>
          </a:p>
          <a:p>
            <a:r>
              <a:rPr dirty="0"/>
              <a:t>Improve product pages to increase conversions</a:t>
            </a:r>
            <a:r>
              <a:rPr lang="en-US" dirty="0"/>
              <a:t>.</a:t>
            </a:r>
            <a:endParaRPr dirty="0"/>
          </a:p>
          <a:p>
            <a:r>
              <a:rPr dirty="0"/>
              <a:t>Promote products with high ratings and demand</a:t>
            </a:r>
            <a:r>
              <a:rPr lang="en-US" dirty="0"/>
              <a:t>.</a:t>
            </a:r>
            <a:endParaRPr dirty="0"/>
          </a:p>
          <a:p>
            <a:r>
              <a:rPr dirty="0"/>
              <a:t>Analyze customer journey to reduce drop‑offs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Cleaning and organizing raw data</a:t>
            </a:r>
            <a:r>
              <a:rPr lang="en-US" dirty="0"/>
              <a:t>.</a:t>
            </a:r>
            <a:endParaRPr dirty="0"/>
          </a:p>
          <a:p>
            <a:r>
              <a:rPr dirty="0"/>
              <a:t>Creating relationships between multiple tables</a:t>
            </a:r>
            <a:r>
              <a:rPr lang="en-US" dirty="0"/>
              <a:t>.</a:t>
            </a:r>
            <a:endParaRPr dirty="0"/>
          </a:p>
          <a:p>
            <a:r>
              <a:rPr dirty="0"/>
              <a:t>Writing DAX measures for KPIs</a:t>
            </a:r>
            <a:r>
              <a:rPr lang="en-US" dirty="0"/>
              <a:t>.</a:t>
            </a:r>
            <a:endParaRPr dirty="0"/>
          </a:p>
          <a:p>
            <a:r>
              <a:rPr dirty="0"/>
              <a:t>Designing an effective dashboard layout</a:t>
            </a:r>
            <a:r>
              <a:rPr lang="en-US" dirty="0"/>
              <a:t>.</a:t>
            </a:r>
            <a:endParaRPr dirty="0"/>
          </a:p>
          <a:p>
            <a:r>
              <a:rPr dirty="0"/>
              <a:t>Ensuring the dashboard is easy to understand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Power BI dashboard provides a clear view of e‑commerce performance.</a:t>
            </a:r>
          </a:p>
          <a:p>
            <a:r>
              <a:t>It helps stakeholders quickly understand revenue trends, product performance, and customer behavior.</a:t>
            </a:r>
          </a:p>
          <a:p>
            <a:r>
              <a:t>This dashboard supports better data‑driven decision making for business growth.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515</Words>
  <Application>Microsoft Office PowerPoint</Application>
  <PresentationFormat>On-screen Show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E‑Commerce Sales Dashboard                       Analysis                    </vt:lpstr>
      <vt:lpstr> What is E-commerce Data?</vt:lpstr>
      <vt:lpstr>Objectives</vt:lpstr>
      <vt:lpstr>Problem Statement</vt:lpstr>
      <vt:lpstr>Dataset Details</vt:lpstr>
      <vt:lpstr>Tools &amp; Technologies Used</vt:lpstr>
      <vt:lpstr>KPIs Used in Dashboard</vt:lpstr>
      <vt:lpstr>Dashboard Insights</vt:lpstr>
      <vt:lpstr>Dashboard Visuals</vt:lpstr>
      <vt:lpstr>E-Commerce Sales Overview</vt:lpstr>
      <vt:lpstr>Business Insights</vt:lpstr>
      <vt:lpstr>Challenges Faced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neeharika mantri</cp:lastModifiedBy>
  <cp:revision>2</cp:revision>
  <dcterms:created xsi:type="dcterms:W3CDTF">2013-01-27T09:14:16Z</dcterms:created>
  <dcterms:modified xsi:type="dcterms:W3CDTF">2026-03-07T11:21:42Z</dcterms:modified>
  <cp:category/>
</cp:coreProperties>
</file>