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34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2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827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1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92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96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9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56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5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1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901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62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93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3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947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150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43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4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E‑Commerce Data Analysis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Database: ecommerce</a:t>
            </a:r>
          </a:p>
          <a:p>
            <a:r>
              <a:t>Focus: SQL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E‑Commerce?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E‑commerce refers to buying and selling products online.</a:t>
            </a:r>
          </a:p>
          <a:p>
            <a:r>
              <a:rPr dirty="0"/>
              <a:t>Customers purchase products through websites or apps.</a:t>
            </a:r>
          </a:p>
          <a:p>
            <a:r>
              <a:rPr dirty="0"/>
              <a:t>Businesses store transaction data in databases.</a:t>
            </a:r>
          </a:p>
          <a:p>
            <a:r>
              <a:rPr dirty="0"/>
              <a:t>Data helps analyze sales, customers, and product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 an e‑commerce database using SQL.</a:t>
            </a:r>
          </a:p>
          <a:p>
            <a:r>
              <a:rPr dirty="0"/>
              <a:t>Store data about users, orders, products, and reviews.</a:t>
            </a:r>
          </a:p>
          <a:p>
            <a:r>
              <a:rPr dirty="0"/>
              <a:t>Analyze revenue and customer behavior.</a:t>
            </a:r>
          </a:p>
          <a:p>
            <a:r>
              <a:rPr dirty="0"/>
              <a:t>Identify top customers and best‑selling products.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E‑commerce platforms generate large amounts of data.</a:t>
            </a:r>
          </a:p>
          <a:p>
            <a:r>
              <a:rPr dirty="0"/>
              <a:t>Businesses need insights about revenue and customers.</a:t>
            </a:r>
          </a:p>
          <a:p>
            <a:r>
              <a:rPr dirty="0"/>
              <a:t>Raw data is difficult to interpret directly.</a:t>
            </a:r>
          </a:p>
          <a:p>
            <a:r>
              <a:rPr dirty="0"/>
              <a:t>SQL queries are used to analyze and extract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Tables used in the database:</a:t>
            </a:r>
          </a:p>
          <a:p>
            <a:r>
              <a:rPr dirty="0"/>
              <a:t>users – customer information</a:t>
            </a:r>
          </a:p>
          <a:p>
            <a:r>
              <a:rPr dirty="0"/>
              <a:t>products – product details</a:t>
            </a:r>
          </a:p>
          <a:p>
            <a:r>
              <a:rPr dirty="0"/>
              <a:t>orders – order records</a:t>
            </a:r>
          </a:p>
          <a:p>
            <a:r>
              <a:rPr dirty="0" err="1"/>
              <a:t>order_items</a:t>
            </a:r>
            <a:r>
              <a:rPr dirty="0"/>
              <a:t> – product purchase details</a:t>
            </a:r>
          </a:p>
          <a:p>
            <a:r>
              <a:rPr dirty="0"/>
              <a:t>events – customer actions</a:t>
            </a:r>
          </a:p>
          <a:p>
            <a:r>
              <a:rPr dirty="0"/>
              <a:t>reviews – ratings and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Database: ecommerce</a:t>
            </a:r>
          </a:p>
          <a:p>
            <a:pPr marL="0" indent="0">
              <a:buNone/>
            </a:pPr>
            <a:r>
              <a:rPr dirty="0"/>
              <a:t>Relationships:</a:t>
            </a:r>
          </a:p>
          <a:p>
            <a:r>
              <a:rPr dirty="0"/>
              <a:t>users → orders</a:t>
            </a:r>
          </a:p>
          <a:p>
            <a:r>
              <a:rPr dirty="0"/>
              <a:t>orders → </a:t>
            </a:r>
            <a:r>
              <a:rPr dirty="0" err="1"/>
              <a:t>order_items</a:t>
            </a:r>
            <a:endParaRPr dirty="0"/>
          </a:p>
          <a:p>
            <a:r>
              <a:rPr dirty="0"/>
              <a:t>products → </a:t>
            </a:r>
            <a:r>
              <a:rPr dirty="0" err="1"/>
              <a:t>order_items</a:t>
            </a:r>
            <a:endParaRPr dirty="0"/>
          </a:p>
          <a:p>
            <a:r>
              <a:rPr dirty="0"/>
              <a:t>products → reviews</a:t>
            </a:r>
          </a:p>
          <a:p>
            <a:r>
              <a:rPr dirty="0"/>
              <a:t>users →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Q</a:t>
            </a:r>
            <a:r>
              <a:rPr dirty="0"/>
              <a:t>ueries used:</a:t>
            </a:r>
          </a:p>
          <a:p>
            <a:r>
              <a:rPr dirty="0"/>
              <a:t>Join orders and users</a:t>
            </a:r>
          </a:p>
          <a:p>
            <a:r>
              <a:rPr dirty="0"/>
              <a:t>Revenue calculation</a:t>
            </a:r>
          </a:p>
          <a:p>
            <a:r>
              <a:rPr dirty="0"/>
              <a:t>Customer order analysis</a:t>
            </a:r>
          </a:p>
          <a:p>
            <a:r>
              <a:rPr dirty="0"/>
              <a:t>Product performance analysis</a:t>
            </a:r>
          </a:p>
          <a:p>
            <a:r>
              <a:rPr dirty="0"/>
              <a:t>Monthly sales trend</a:t>
            </a:r>
          </a:p>
          <a:p>
            <a:r>
              <a:rPr dirty="0"/>
              <a:t>Conversion rate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678F-FB36-C0F1-76D2-6B325A67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 all orders with customer 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4BB7F3-3A1F-4B54-ABDA-5875E1334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99" y="3299790"/>
            <a:ext cx="3786809" cy="205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C1E6B-38C1-1B98-CD9A-A7586C6A3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61" y="3230216"/>
            <a:ext cx="3679289" cy="21965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97507F-88D3-C148-CD9F-580A18EC80B0}"/>
              </a:ext>
            </a:extLst>
          </p:cNvPr>
          <p:cNvSpPr txBox="1"/>
          <p:nvPr/>
        </p:nvSpPr>
        <p:spPr>
          <a:xfrm>
            <a:off x="1361662" y="2624527"/>
            <a:ext cx="213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1238C-D201-C0F2-B723-2389F4143DCE}"/>
              </a:ext>
            </a:extLst>
          </p:cNvPr>
          <p:cNvSpPr txBox="1"/>
          <p:nvPr/>
        </p:nvSpPr>
        <p:spPr>
          <a:xfrm>
            <a:off x="5158409" y="2574831"/>
            <a:ext cx="119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84675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0D48-9C8A-1B76-BDB4-A7F5AD43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 per product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30A2E7-623D-E92C-99D1-97BB5A1C7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6" y="3167804"/>
            <a:ext cx="4130120" cy="1943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FFD52E-E0E3-C4E5-3FD0-0EDB854B3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47"/>
          <a:stretch>
            <a:fillRect/>
          </a:stretch>
        </p:blipFill>
        <p:spPr>
          <a:xfrm>
            <a:off x="5378343" y="2776302"/>
            <a:ext cx="2825858" cy="23911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CB53D6-D739-85B5-15B0-D995B89E0189}"/>
              </a:ext>
            </a:extLst>
          </p:cNvPr>
          <p:cNvSpPr txBox="1"/>
          <p:nvPr/>
        </p:nvSpPr>
        <p:spPr>
          <a:xfrm>
            <a:off x="5645426" y="2425021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040C2-5231-F673-E6A7-71CC9F9B8536}"/>
              </a:ext>
            </a:extLst>
          </p:cNvPr>
          <p:cNvSpPr txBox="1"/>
          <p:nvPr/>
        </p:nvSpPr>
        <p:spPr>
          <a:xfrm>
            <a:off x="1326874" y="250883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</a:t>
            </a:r>
          </a:p>
        </p:txBody>
      </p:sp>
    </p:spTree>
    <p:extLst>
      <p:ext uri="{BB962C8B-B14F-4D97-AF65-F5344CB8AC3E}">
        <p14:creationId xmlns:p14="http://schemas.microsoft.com/office/powerpoint/2010/main" val="4042315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222F-252A-EB9A-3D65-1CD8F463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orders placed by each user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E9669D-4900-54C4-7E24-10DFD4C80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7165" y="3274024"/>
            <a:ext cx="3191320" cy="2295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6112F-A91F-95D8-82DA-C8BC14E74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42" y="3583629"/>
            <a:ext cx="4083620" cy="1676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D9F00B-79C8-DC38-748D-EDEF1E229F50}"/>
              </a:ext>
            </a:extLst>
          </p:cNvPr>
          <p:cNvSpPr txBox="1"/>
          <p:nvPr/>
        </p:nvSpPr>
        <p:spPr>
          <a:xfrm>
            <a:off x="1361661" y="2672024"/>
            <a:ext cx="188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BF682-1FCE-50F4-9815-B2730706207B}"/>
              </a:ext>
            </a:extLst>
          </p:cNvPr>
          <p:cNvSpPr txBox="1"/>
          <p:nvPr/>
        </p:nvSpPr>
        <p:spPr>
          <a:xfrm>
            <a:off x="5320347" y="2660483"/>
            <a:ext cx="1796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80824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2BA8-5052-802C-E69E-5F96F541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rating of each 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0C11BB-8103-6207-EDA8-06DC19043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752" y="3709123"/>
            <a:ext cx="4102449" cy="1505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0F1677-191B-8C12-BBFE-AB75720F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36" y="3280438"/>
            <a:ext cx="3181794" cy="236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1CC246-0B0C-18B9-C543-194D457368FC}"/>
              </a:ext>
            </a:extLst>
          </p:cNvPr>
          <p:cNvSpPr txBox="1"/>
          <p:nvPr/>
        </p:nvSpPr>
        <p:spPr>
          <a:xfrm>
            <a:off x="1510748" y="2753139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57141-D76C-3CFB-6531-9F651DC2D4CA}"/>
              </a:ext>
            </a:extLst>
          </p:cNvPr>
          <p:cNvSpPr txBox="1"/>
          <p:nvPr/>
        </p:nvSpPr>
        <p:spPr>
          <a:xfrm>
            <a:off x="5337312" y="2753139"/>
            <a:ext cx="1391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287582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53DA-5C0D-621D-F35B-B01CBE66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revenue trend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96D51-3E84-291C-9CD2-4B087DE65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5431" y="3231568"/>
            <a:ext cx="1495634" cy="24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971D6-356A-003C-9AA9-5DEEB53A3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31" y="3546159"/>
            <a:ext cx="4239217" cy="1552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0E04E7-8DCB-7DC6-B403-7F01C2AFAD47}"/>
              </a:ext>
            </a:extLst>
          </p:cNvPr>
          <p:cNvSpPr txBox="1"/>
          <p:nvPr/>
        </p:nvSpPr>
        <p:spPr>
          <a:xfrm>
            <a:off x="1411356" y="2698015"/>
            <a:ext cx="138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4777F-5469-9601-E6C8-17E5DB9DE112}"/>
              </a:ext>
            </a:extLst>
          </p:cNvPr>
          <p:cNvSpPr txBox="1"/>
          <p:nvPr/>
        </p:nvSpPr>
        <p:spPr>
          <a:xfrm>
            <a:off x="5905432" y="2698015"/>
            <a:ext cx="1220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242106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64E8-E64C-A999-A145-6F365778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23E5C-A518-D0BB-4C02-49C153B03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866" y="2903482"/>
            <a:ext cx="6799262" cy="1417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C95FC4-38AE-6070-FC09-4FA5E4A32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368" y="5004955"/>
            <a:ext cx="3972479" cy="838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FDCE76-D2CE-F8DC-7CFF-A6FC6E2D7097}"/>
              </a:ext>
            </a:extLst>
          </p:cNvPr>
          <p:cNvSpPr txBox="1"/>
          <p:nvPr/>
        </p:nvSpPr>
        <p:spPr>
          <a:xfrm>
            <a:off x="1621663" y="2449204"/>
            <a:ext cx="172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C5485-3C28-426E-6046-FBA685DFC7A4}"/>
              </a:ext>
            </a:extLst>
          </p:cNvPr>
          <p:cNvSpPr txBox="1"/>
          <p:nvPr/>
        </p:nvSpPr>
        <p:spPr>
          <a:xfrm>
            <a:off x="1672944" y="4478150"/>
            <a:ext cx="167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31131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Identified top 10 customers by spending.</a:t>
            </a:r>
          </a:p>
          <a:p>
            <a:r>
              <a:rPr dirty="0"/>
              <a:t>Determined best‑selling products.</a:t>
            </a:r>
          </a:p>
          <a:p>
            <a:r>
              <a:rPr dirty="0"/>
              <a:t>Analyzed monthly revenue growth.</a:t>
            </a:r>
          </a:p>
          <a:p>
            <a:r>
              <a:rPr dirty="0"/>
              <a:t>Calculated product ratings and reviews.</a:t>
            </a:r>
          </a:p>
          <a:p>
            <a:r>
              <a:rPr dirty="0"/>
              <a:t>Measured conversion rate from views to purchases.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Popular products drive most revenue.</a:t>
            </a:r>
          </a:p>
          <a:p>
            <a:r>
              <a:rPr dirty="0"/>
              <a:t>Some customers purchase repeatedly.</a:t>
            </a:r>
          </a:p>
          <a:p>
            <a:r>
              <a:rPr dirty="0"/>
              <a:t>Conversion rate helps evaluate marketing success.</a:t>
            </a:r>
          </a:p>
          <a:p>
            <a:r>
              <a:rPr dirty="0"/>
              <a:t>Product ratings influence customer purchases.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helps organize and analyze e‑commerce data.</a:t>
            </a:r>
          </a:p>
          <a:p>
            <a:r>
              <a:rPr dirty="0"/>
              <a:t>Businesses can track sales performance and customer behavior.</a:t>
            </a:r>
          </a:p>
          <a:p>
            <a:r>
              <a:rPr dirty="0"/>
              <a:t>Insights help improve marketing and product strategies.</a:t>
            </a:r>
          </a:p>
          <a:p>
            <a:r>
              <a:rPr dirty="0"/>
              <a:t>Data‑driven decisions increase business growth.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</TotalTime>
  <Words>370</Words>
  <Application>Microsoft Office PowerPoint</Application>
  <PresentationFormat>On-screen Show (4:3)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Organic</vt:lpstr>
      <vt:lpstr>E‑Commerce Data Analysis using SQL</vt:lpstr>
      <vt:lpstr>What is E‑Commerce?</vt:lpstr>
      <vt:lpstr>Project Objectives</vt:lpstr>
      <vt:lpstr>Problem Statement</vt:lpstr>
      <vt:lpstr>Dataset Overview</vt:lpstr>
      <vt:lpstr>Database Design</vt:lpstr>
      <vt:lpstr>SQL Queries Used</vt:lpstr>
      <vt:lpstr>Get all orders with customer details</vt:lpstr>
      <vt:lpstr>Total revenue per product</vt:lpstr>
      <vt:lpstr>Total orders placed by each user</vt:lpstr>
      <vt:lpstr>Average rating of each product</vt:lpstr>
      <vt:lpstr>Monthly revenue trend</vt:lpstr>
      <vt:lpstr>Conversion rate</vt:lpstr>
      <vt:lpstr>Insights from Analysis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neeharika mantri</cp:lastModifiedBy>
  <cp:revision>2</cp:revision>
  <dcterms:created xsi:type="dcterms:W3CDTF">2013-01-27T09:14:16Z</dcterms:created>
  <dcterms:modified xsi:type="dcterms:W3CDTF">2026-03-07T12:18:46Z</dcterms:modified>
  <cp:category/>
</cp:coreProperties>
</file>